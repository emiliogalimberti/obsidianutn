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353" r:id="rId4"/>
    <p:sldId id="354" r:id="rId5"/>
    <p:sldId id="356" r:id="rId6"/>
    <p:sldId id="357" r:id="rId7"/>
    <p:sldId id="259" r:id="rId8"/>
    <p:sldId id="358" r:id="rId9"/>
    <p:sldId id="359" r:id="rId10"/>
    <p:sldId id="360" r:id="rId11"/>
    <p:sldId id="361" r:id="rId12"/>
    <p:sldId id="362" r:id="rId13"/>
    <p:sldId id="363" r:id="rId14"/>
    <p:sldId id="364" r:id="rId15"/>
    <p:sldId id="365" r:id="rId16"/>
    <p:sldId id="366" r:id="rId17"/>
    <p:sldId id="367" r:id="rId18"/>
    <p:sldId id="368" r:id="rId19"/>
    <p:sldId id="369" r:id="rId20"/>
    <p:sldId id="270" r:id="rId21"/>
    <p:sldId id="277" r:id="rId22"/>
    <p:sldId id="278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309" r:id="rId40"/>
    <p:sldId id="310" r:id="rId41"/>
    <p:sldId id="311" r:id="rId42"/>
    <p:sldId id="312" r:id="rId43"/>
    <p:sldId id="313" r:id="rId44"/>
    <p:sldId id="315" r:id="rId45"/>
    <p:sldId id="316" r:id="rId46"/>
    <p:sldId id="317" r:id="rId47"/>
    <p:sldId id="318" r:id="rId48"/>
    <p:sldId id="319" r:id="rId49"/>
    <p:sldId id="320" r:id="rId50"/>
    <p:sldId id="321" r:id="rId51"/>
    <p:sldId id="322" r:id="rId52"/>
    <p:sldId id="323" r:id="rId53"/>
    <p:sldId id="325" r:id="rId54"/>
    <p:sldId id="326" r:id="rId55"/>
    <p:sldId id="327" r:id="rId56"/>
    <p:sldId id="328" r:id="rId57"/>
    <p:sldId id="329" r:id="rId58"/>
    <p:sldId id="330" r:id="rId59"/>
    <p:sldId id="331" r:id="rId60"/>
    <p:sldId id="332" r:id="rId61"/>
    <p:sldId id="333" r:id="rId62"/>
    <p:sldId id="334" r:id="rId63"/>
    <p:sldId id="335" r:id="rId64"/>
    <p:sldId id="336" r:id="rId65"/>
    <p:sldId id="337" r:id="rId66"/>
    <p:sldId id="338" r:id="rId67"/>
    <p:sldId id="339" r:id="rId68"/>
    <p:sldId id="340" r:id="rId69"/>
    <p:sldId id="342" r:id="rId70"/>
    <p:sldId id="343" r:id="rId71"/>
    <p:sldId id="344" r:id="rId72"/>
    <p:sldId id="345" r:id="rId73"/>
    <p:sldId id="346" r:id="rId74"/>
    <p:sldId id="347" r:id="rId75"/>
    <p:sldId id="349" r:id="rId76"/>
    <p:sldId id="350" r:id="rId77"/>
    <p:sldId id="351" r:id="rId78"/>
    <p:sldId id="352" r:id="rId79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2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12E81E-AFDE-33DE-BA33-008EEDF354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B51DC5A-A8FB-9DEA-0EE6-23BC3A46F5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64565B-BF57-C123-BEFC-4F17CD6C3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07EC9-4D46-4A73-953F-DAB27AC4892A}" type="datetimeFigureOut">
              <a:rPr lang="es-AR" smtClean="0"/>
              <a:t>19/4/2026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F67347-3457-ED62-A3A7-0554AE5B8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5821094-FB90-AAF0-B65A-8F0EC1C63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675E4-1769-4A66-B964-E23A29F45FA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35166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E1B721-3185-BDED-0D66-D2AF16197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A8AE87-72CC-93BD-2D3F-244E59B1F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99DC92-A1E6-1FEA-AE02-02A5DBE16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07EC9-4D46-4A73-953F-DAB27AC4892A}" type="datetimeFigureOut">
              <a:rPr lang="es-AR" smtClean="0"/>
              <a:t>19/4/2026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4443ED-E33B-477F-66A8-199B0139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38E875-8193-4212-1208-B6CE87A48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675E4-1769-4A66-B964-E23A29F45FA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42664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E80AC8-CE3F-1B0E-D958-30131A23E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C8689C8-0F92-2770-A6BA-6E6203646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33675D-0038-AE75-7A4F-87362DA39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07EC9-4D46-4A73-953F-DAB27AC4892A}" type="datetimeFigureOut">
              <a:rPr lang="es-AR" smtClean="0"/>
              <a:t>19/4/2026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B1723A-AA77-E13A-D61D-297F47C1A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2EB836-9283-9853-57A7-4A2747274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675E4-1769-4A66-B964-E23A29F45FA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79188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873BEF-1DAB-007C-AA47-1632DA6FE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B9F534-DB40-46C8-5A61-69B3470F4B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71A24F0-764A-C922-D58C-9743A0414D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70E5D1B-897D-8D06-5FF7-32D6D2553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07EC9-4D46-4A73-953F-DAB27AC4892A}" type="datetimeFigureOut">
              <a:rPr lang="es-AR" smtClean="0"/>
              <a:t>19/4/2026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7D49E18-E5E9-EDEF-0CEE-5472500A4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6C5839-BD09-748C-8B69-DB3E8EC29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675E4-1769-4A66-B964-E23A29F45FA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56395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EDF71A-FCFE-954E-0902-B88298A1E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A08DD9-09AD-6DDC-A335-A9A7FAE18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424E5C1-BBF5-9025-3FEE-18978C5A4F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E5E7A45-C804-C95D-47C2-63EC3B2308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0FDFEEA-B6AC-E988-A9E2-F82EF03016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1360353-A51D-5573-E6AA-E4305165B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07EC9-4D46-4A73-953F-DAB27AC4892A}" type="datetimeFigureOut">
              <a:rPr lang="es-AR" smtClean="0"/>
              <a:t>19/4/2026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5D06B8-4754-5147-94C7-44542BDFE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1203DAF-3290-287E-F736-D537A103E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675E4-1769-4A66-B964-E23A29F45FA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17539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2018B1-E9C4-EA2D-5575-4A56C7669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55DEF34-D6FA-05ED-BCFD-363CC9A82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07EC9-4D46-4A73-953F-DAB27AC4892A}" type="datetimeFigureOut">
              <a:rPr lang="es-AR" smtClean="0"/>
              <a:t>19/4/2026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7840475-0248-CE9E-8896-E5718F15D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155F68D-ECA0-6DD1-29DE-5E7C207D6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675E4-1769-4A66-B964-E23A29F45FA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28791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FA6814B-6502-B75E-23E5-46FDFD4CF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07EC9-4D46-4A73-953F-DAB27AC4892A}" type="datetimeFigureOut">
              <a:rPr lang="es-AR" smtClean="0"/>
              <a:t>19/4/2026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BE4728B-378F-6D45-E125-EBB5A6109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B3E3C9A-157F-0A6D-1C96-9CBDED01F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675E4-1769-4A66-B964-E23A29F45FA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65021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853522-968E-B443-427B-141446410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FC12C-BE39-C4D7-1774-05723BEAE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D051A32-A469-2ACF-2C80-4B8BA6BBAC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B1A5DF9-C1F1-A9ED-97F6-F59C82EDC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07EC9-4D46-4A73-953F-DAB27AC4892A}" type="datetimeFigureOut">
              <a:rPr lang="es-AR" smtClean="0"/>
              <a:t>19/4/2026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AFF7A6F-637C-9CC3-8FF7-B0CC55E02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4C7A5DC-5962-42B4-CBDE-A3DC97BBE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675E4-1769-4A66-B964-E23A29F45FA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10652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134D84-8DCA-1701-2AAC-E366215B7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4BC8D81-C3EA-31D1-5B63-D83832B39F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E308BF4-A1C5-4CF1-2698-C6558F345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0CC5949-7B63-25E4-CD5E-7FA3A6E04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07EC9-4D46-4A73-953F-DAB27AC4892A}" type="datetimeFigureOut">
              <a:rPr lang="es-AR" smtClean="0"/>
              <a:t>19/4/2026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B7EDE5B-4801-95B7-9146-A10022A16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D6B2295-03C8-622B-DF18-3CB7AE0A3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675E4-1769-4A66-B964-E23A29F45FA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12735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BCDD96-2900-DFBE-BE71-47F6FF1DF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325F7F5-F37C-15EA-1FCA-B33FE69F12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796C5A-F3E4-8FFB-E48B-FB6D061A8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07EC9-4D46-4A73-953F-DAB27AC4892A}" type="datetimeFigureOut">
              <a:rPr lang="es-AR" smtClean="0"/>
              <a:t>19/4/2026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B1849D-98E4-9D70-DD75-24DD30514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F216C-F232-C662-4C6A-DE85A03F9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675E4-1769-4A66-B964-E23A29F45FA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11536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4A1BA98-2916-BBA2-A732-BE86B17996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0623AED-7C40-520F-AD89-E367AFB4E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718BE5-29EF-7EA4-5C2B-06BCE5504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07EC9-4D46-4A73-953F-DAB27AC4892A}" type="datetimeFigureOut">
              <a:rPr lang="es-AR" smtClean="0"/>
              <a:t>19/4/2026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B23C21-7BAB-A2E8-0AD7-27538A8B2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8C458A-78C1-AF4C-348E-27EA6FBEE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675E4-1769-4A66-B964-E23A29F45FA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96011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A085343-1509-E4AD-3342-D4171302B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B377237-5354-EE29-B892-8A6198F7F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E97163-7ABA-876A-2884-E156ACC8AD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707EC9-4D46-4A73-953F-DAB27AC4892A}" type="datetimeFigureOut">
              <a:rPr lang="es-AR" smtClean="0"/>
              <a:t>19/4/2026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729C7D-A29F-3067-3C51-7627F450F1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FE40C4-3318-6C1E-5AA0-079D80F557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7675E4-1769-4A66-B964-E23A29F45FA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72861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4D37A72-AB4F-5C59-6DB7-69AC89CCB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292" y="487740"/>
            <a:ext cx="10739100" cy="597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17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>
            <a:extLst>
              <a:ext uri="{FF2B5EF4-FFF2-40B4-BE49-F238E27FC236}">
                <a16:creationId xmlns:a16="http://schemas.microsoft.com/office/drawing/2014/main" id="{08265C42-C8F8-FC28-9865-A56EABBEF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618" y="529018"/>
            <a:ext cx="10454408" cy="5825398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11277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61AF0D59-AEDC-35F5-2388-060F8E2FC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407" y="529019"/>
            <a:ext cx="10977112" cy="5825398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48576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6E4C38D1-2141-1CE3-ACF7-5B87DA31D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05" y="529018"/>
            <a:ext cx="10263201" cy="582539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12971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6FAB4A91-E982-8706-59C4-D91E3EF1C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007" y="498430"/>
            <a:ext cx="9839461" cy="5981181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65367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DC208C21-4A06-6573-3FB8-DB7734F2E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468" y="529018"/>
            <a:ext cx="8483025" cy="584125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56474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>
            <a:extLst>
              <a:ext uri="{FF2B5EF4-FFF2-40B4-BE49-F238E27FC236}">
                <a16:creationId xmlns:a16="http://schemas.microsoft.com/office/drawing/2014/main" id="{13B43B3B-E822-6328-5067-6E67092D7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49" y="579638"/>
            <a:ext cx="10331475" cy="5846751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02569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83C0D7DC-7AEB-D08A-EC2E-248061C82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223" y="536780"/>
            <a:ext cx="10811243" cy="581763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30324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1B1684DB-4194-7F2B-368A-7684EAE47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569" y="529017"/>
            <a:ext cx="10498693" cy="582539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19742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E0EBD25A-495E-0262-601A-F6DE7478D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524" y="529018"/>
            <a:ext cx="9789692" cy="582539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98147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21D8379E-FD7E-70B0-0602-FABD8735B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583" y="529019"/>
            <a:ext cx="9879960" cy="582539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0761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9DDA8A39-F6F3-4D6A-E051-74F1E56A5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277" y="529018"/>
            <a:ext cx="8968604" cy="58254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89023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EBF401BD-FF2F-3980-666A-2F33882A2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802" y="529018"/>
            <a:ext cx="10747309" cy="5825391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01591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6DC987C2-6234-A879-6CF7-93CDC39C6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877" y="529017"/>
            <a:ext cx="10104354" cy="582539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96862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FF53C627-3055-29B3-98F6-10AA2A225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234" y="565644"/>
            <a:ext cx="9960310" cy="578876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1778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80A3E08A-384E-0764-AABA-FE1FC82F7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038" y="529017"/>
            <a:ext cx="9866987" cy="582538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84606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CA9ABC43-A7AF-8EC2-400F-6FC638C7C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285" y="529018"/>
            <a:ext cx="9534548" cy="593002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56178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B50A962F-5FDF-214F-A803-91EF5B78F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896" y="529017"/>
            <a:ext cx="9533826" cy="582539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09366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56ECA2D3-F366-A5EC-7575-51E51AD83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117" y="520652"/>
            <a:ext cx="10202672" cy="593839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19664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7C305759-4012-D176-868C-283B466E8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54" y="526796"/>
            <a:ext cx="10110155" cy="5827614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7196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F567C3C8-FBC3-E1FE-776C-D8B9D9C18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163" y="681093"/>
            <a:ext cx="9018735" cy="5755594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51603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FBD1E2F7-063D-219F-40C9-C9AEC0FBE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598" y="513175"/>
            <a:ext cx="8657017" cy="584124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48569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47176B0C-3105-5188-5AAF-6A61543A2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270" y="529019"/>
            <a:ext cx="8643196" cy="582539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0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0562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2F863291-932C-3FDC-6D99-BAE184F3A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621" y="529018"/>
            <a:ext cx="10157102" cy="582539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3077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EC3719AB-64A3-262B-3934-0FDE01CCF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360" y="529018"/>
            <a:ext cx="9894477" cy="582539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78186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1D55498B-4290-BC12-AFDD-12D122D36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527" y="513175"/>
            <a:ext cx="10396013" cy="584123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3162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A61A77D2-1E76-5F11-CD97-9AF1BDF49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895" y="529019"/>
            <a:ext cx="10620565" cy="5825388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60324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EA7582E9-188D-A6C1-C115-DB92CBAF6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862" y="529017"/>
            <a:ext cx="8933267" cy="5825391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32944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B3298788-821F-037F-1C9B-4128E9603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318" y="529018"/>
            <a:ext cx="10501213" cy="582539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91374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24E04DE0-D2C6-C093-6878-E9163C452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686" y="529018"/>
            <a:ext cx="10169019" cy="582539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98572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BBDEB503-D0FA-C394-9FF8-2E493F842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955" y="643944"/>
            <a:ext cx="9889155" cy="571046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91934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41316CD0-6ABA-710F-5176-83EA8D2CB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914" y="529017"/>
            <a:ext cx="8856831" cy="5825391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13677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A29F0539-6712-631A-A8C9-4BD85B7A1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795" y="529019"/>
            <a:ext cx="9582245" cy="582539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84469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5360A821-AEC4-0504-0E5C-0C42C60AC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873" y="631065"/>
            <a:ext cx="10058291" cy="5723352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5793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B0F16244-A427-FE84-D489-94176DBF0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40" y="529018"/>
            <a:ext cx="10202672" cy="584334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00600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CD078D0D-219C-049E-1E2E-74B264240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881" y="529018"/>
            <a:ext cx="9347035" cy="582538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94613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BB70BF6A-F3EE-8865-A9DB-769DA7501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971" y="643954"/>
            <a:ext cx="9815323" cy="5710458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96773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53DF4C60-5022-BADE-0434-8F9C2850D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577" y="513176"/>
            <a:ext cx="10922777" cy="5841238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3172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BA300011-60D2-5C81-CA11-8810DB0CF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61" y="529018"/>
            <a:ext cx="9471830" cy="582539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9658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97D5167C-13F5-177B-A52A-58A0776DE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696" y="529017"/>
            <a:ext cx="9709000" cy="582539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67326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B1F000B5-4BFA-BB45-5B86-ED7699257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952" y="529018"/>
            <a:ext cx="10869675" cy="5939621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24919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483832CF-4A08-D7C0-686E-C32EFF1C4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97" y="592666"/>
            <a:ext cx="10830455" cy="5761748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68881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BDE28E14-6747-C64E-28CA-7124CC59B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04" y="529018"/>
            <a:ext cx="10910619" cy="582539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38307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DC47BB5E-8421-88E3-6217-18771417A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80" y="529019"/>
            <a:ext cx="10390802" cy="5825394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4782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9D438A2C-0983-43B5-EC11-672A266EB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851" y="529018"/>
            <a:ext cx="8840898" cy="5825398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20090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68FEF2E8-151F-655D-191F-740229A1A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311" y="529019"/>
            <a:ext cx="9774049" cy="5825394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05331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A0FA5F8D-5E4F-793A-B6CD-D548AC411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320" y="529018"/>
            <a:ext cx="8813835" cy="582539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26444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1069FA80-07EB-6931-8883-A4DE8101C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350" y="513175"/>
            <a:ext cx="9022114" cy="584124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84626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F8A34B49-0BC3-EA8D-5ADF-BE48364F6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05" y="529018"/>
            <a:ext cx="9637269" cy="582539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79268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53342D5A-C12C-5E2E-9DC0-179A39668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238" y="529018"/>
            <a:ext cx="8643251" cy="582538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63016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43700E6B-6D8B-9C79-EEDE-68C2D4B9F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203" y="525240"/>
            <a:ext cx="9800000" cy="5829174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38337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3E7B3F15-E1F0-BC35-D5D2-DDB6D7AB4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983" y="529018"/>
            <a:ext cx="9802768" cy="586018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52468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5377C4DD-1622-8226-260B-64DB921CC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50" y="719529"/>
            <a:ext cx="11481087" cy="5634888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22246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A1B51040-14C5-23B9-AA89-F81DB150A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066" y="560141"/>
            <a:ext cx="9435970" cy="5794274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27540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B76C5664-BEFE-746B-BAA6-B67187109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341" y="659567"/>
            <a:ext cx="8622774" cy="565123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65864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9939C7A4-27A2-9348-47F1-73B02075F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185" y="651294"/>
            <a:ext cx="8637336" cy="5703121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18832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18EA5353-8661-7A57-85A6-2F23ED818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87" y="529018"/>
            <a:ext cx="10073402" cy="5825394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93319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5AEE10CF-5A7F-6E32-A36D-E40822DA8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36" y="689548"/>
            <a:ext cx="11636612" cy="544478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78443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E0C7332A-B7CC-0E14-F5A8-832DEE38F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049" y="529017"/>
            <a:ext cx="10609471" cy="5605311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88427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C1F40D9A-1D8C-0A55-ED0E-89EF19389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057" y="585509"/>
            <a:ext cx="9448056" cy="576890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63830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37966F3B-E034-C0AF-FFC9-954016555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304" y="529018"/>
            <a:ext cx="9583225" cy="582539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78062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CB202F44-0EFA-AEEB-40C7-E61904232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813" y="529018"/>
            <a:ext cx="9067964" cy="582539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25087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FC87AEE1-05DA-70BD-34CC-DE0C9830D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490" y="529018"/>
            <a:ext cx="9769668" cy="582539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62779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E0C55B89-A475-E9F3-594F-EB714450F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906" y="529018"/>
            <a:ext cx="9575987" cy="5825391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72923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EAEBCA4E-127B-93DC-B6CF-840F6FE3A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779" y="529017"/>
            <a:ext cx="9509947" cy="582538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17914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FAA9EDB4-25EA-A03A-8EB3-937BA29CD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699" y="644584"/>
            <a:ext cx="8537419" cy="570982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74695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34F6F5D9-C27A-0340-5EFD-3DF3589BB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926" y="529017"/>
            <a:ext cx="10182599" cy="582539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49723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59298DAD-7C96-4930-DA1E-43C4EB27C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096" y="660862"/>
            <a:ext cx="9701806" cy="569354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03622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42D7D483-2B44-48E1-8104-C3918D5EF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71" y="529018"/>
            <a:ext cx="10900443" cy="5825394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89644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E5D36CC3-D7DF-0ACA-D51D-D48284E42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185" y="650790"/>
            <a:ext cx="8636529" cy="570362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44339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9AA6E577-2A23-AC73-DB46-DFCEA8B0E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436" y="529018"/>
            <a:ext cx="10233807" cy="5825398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99041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15C8385F-35E0-DC26-3487-5F1F95699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72" y="513176"/>
            <a:ext cx="11345469" cy="5841232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43985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8658494E-010E-EFFD-6334-46D28EBD4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004" y="529018"/>
            <a:ext cx="9997640" cy="582539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95111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410111E1-CC8D-6DF6-EB50-E39524637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12" y="529018"/>
            <a:ext cx="10286279" cy="582539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56961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26FEB4F5-FA41-8FFF-647F-C490E4B9D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37" y="529018"/>
            <a:ext cx="11305691" cy="582539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06190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9A120D3B-6380-D0BC-84AC-AC26F6E51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279" y="529017"/>
            <a:ext cx="9480830" cy="582539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65301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E904672B-F41F-D85A-75BE-FD8C326B2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609" y="529019"/>
            <a:ext cx="10225428" cy="582539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73587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A619DA-D448-8D5C-2B12-25706CE65A1E}"/>
              </a:ext>
            </a:extLst>
          </p:cNvPr>
          <p:cNvSpPr txBox="1"/>
          <p:nvPr/>
        </p:nvSpPr>
        <p:spPr>
          <a:xfrm>
            <a:off x="1889185" y="6484484"/>
            <a:ext cx="1020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+mn-lt"/>
              </a:rPr>
              <a:t>UTN-FRC- CATEDRA: ADSI – ADMINISTRACIÒN DE SISTEMAS DE INFOMRACION </a:t>
            </a:r>
            <a:endParaRPr lang="es-AR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BDDA9C-4596-E267-EB0B-469357845DEB}"/>
              </a:ext>
            </a:extLst>
          </p:cNvPr>
          <p:cNvCxnSpPr/>
          <p:nvPr/>
        </p:nvCxnSpPr>
        <p:spPr>
          <a:xfrm>
            <a:off x="-39758" y="6494075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6AB995-9208-00ED-C399-AB57F53BBD12}"/>
              </a:ext>
            </a:extLst>
          </p:cNvPr>
          <p:cNvCxnSpPr/>
          <p:nvPr/>
        </p:nvCxnSpPr>
        <p:spPr>
          <a:xfrm>
            <a:off x="0" y="503583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EE7DE1DD-6245-2F8E-0901-85B5A17D0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26" y="527245"/>
            <a:ext cx="11097811" cy="582716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EE67E-7666-7162-BC56-2474C2896016}"/>
              </a:ext>
            </a:extLst>
          </p:cNvPr>
          <p:cNvSpPr txBox="1"/>
          <p:nvPr/>
        </p:nvSpPr>
        <p:spPr>
          <a:xfrm>
            <a:off x="257422" y="19988"/>
            <a:ext cx="12231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1" dirty="0">
                <a:ea typeface="+mj-ea"/>
                <a:cs typeface="+mj-cs"/>
              </a:rPr>
              <a:t>Unidad Nº2 - </a:t>
            </a:r>
            <a:r>
              <a:rPr lang="es-ES" sz="2200" b="1" dirty="0">
                <a:ea typeface="+mj-ea"/>
                <a:cs typeface="+mj-cs"/>
              </a:rPr>
              <a:t>Relaciones laborales e Higiene y Seguridad en el trabajo</a:t>
            </a:r>
            <a:endParaRPr lang="es-AR" sz="22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57360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1716</Words>
  <Application>Microsoft Office PowerPoint</Application>
  <PresentationFormat>Panorámica</PresentationFormat>
  <Paragraphs>156</Paragraphs>
  <Slides>78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78</vt:i4>
      </vt:variant>
    </vt:vector>
  </HeadingPairs>
  <TitlesOfParts>
    <vt:vector size="82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Gustavo Diaz</dc:creator>
  <cp:lastModifiedBy>GUSTAVO DIAZ</cp:lastModifiedBy>
  <cp:revision>22</cp:revision>
  <dcterms:created xsi:type="dcterms:W3CDTF">2026-04-09T14:52:36Z</dcterms:created>
  <dcterms:modified xsi:type="dcterms:W3CDTF">2026-04-19T15:54:14Z</dcterms:modified>
</cp:coreProperties>
</file>